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D9870-A5DD-427A-B59B-C6DFC440BC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EEA25-498B-4CEB-887F-C93E69629B4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022" y="92230"/>
            <a:ext cx="5248666" cy="4160528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4524375"/>
            <a:ext cx="10515600" cy="132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algorithm works by assigning data points to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nearest cluster centroid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iteratively updates centroids until the cluster assignments stabilize.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 aims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the within-cluster sum of squares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877" y="22356"/>
            <a:ext cx="5248666" cy="4160528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60206" y="5170877"/>
            <a:ext cx="940947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DBSCAN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groups data points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density of neighboring 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identifies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regions as clusters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labels sparse points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or 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K-Means, DBSCAN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require specifying the number of clusters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WPS Presentation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K-Means aims to minimize the within-cluster sum of squares</vt:lpstr>
      <vt:lpstr>Unlike K-Means, DBSCAN does not require specifying the number of clusters.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prasadaravind382@outlook.com</dc:creator>
  <cp:lastModifiedBy>Aravind Prasad</cp:lastModifiedBy>
  <cp:revision>2</cp:revision>
  <dcterms:created xsi:type="dcterms:W3CDTF">2026-03-15T09:10:00Z</dcterms:created>
  <dcterms:modified xsi:type="dcterms:W3CDTF">2026-03-15T11:50:20Z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62F47E3B264F46D4B6C1A4B6F86E945E_13</vt:lpwstr>
  </property>
  <property fmtid="{D5CDD505-2E9C-101B-9397-08002B2CF9AE}" pid="3" name="KSOProductBuildVer">
    <vt:lpwstr>1033-12.2.0.23196</vt:lpwstr>
  </property>
</Properties>
</file>